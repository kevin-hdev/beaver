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2400"/>
              <a:t>Prepared for {{</a:t>
            </a:r>
            <a:r>
              <a:rPr b="1" sz="2400"/>
              <a:t>cus</a:t>
            </a:r>
            <a:r>
              <a:rPr b="0" sz="2400"/>
              <a:t>tom</a:t>
            </a:r>
            <a:r>
              <a:rPr b="1" sz="2400"/>
              <a:t>er}}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